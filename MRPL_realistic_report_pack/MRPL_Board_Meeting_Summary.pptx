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MRPL Q2 FY 2026-27 Operational &amp; Financial Board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3.94 MMT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Crude throughput • 105.2% capacity utilization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78.4%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High-value distillate yield • BS-VI Diesel + ATF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0.00 LTIF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Safety metric across 14.2 million man-hours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MRPL • Q2 FY 2026-27 Board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Refining Economics &amp; Margins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$10.42 / bbl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GRM vs $7.80 / bbl Singapore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₹1,842 Cr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EBITDA • +16.8% YoY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₹1,290 Cr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Net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MRPL • Q2 FY 2026-27 Board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Energy Index &amp; Environmental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54.2 MBN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Specific Energy Consumption • down 1.8 MBN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2.8 T/h H₂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Hydrogen recovery through PSA unit revamp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MRPL • Q2 FY 2026-27 Board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Strategic Projects &amp; Sovereign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86%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2G Bio-Ethanol Refinery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100% on-premise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Air-gapped Sovereign AI Workbench • zero data egress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MRPL • Q2 FY 2026-27 Board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Board Sanction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₹380 Cr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CAPEX sanction proposal for Desalter Modernization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Term contracts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Heavy / Sour crude basket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MRPL • Q2 FY 2026-27 Board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